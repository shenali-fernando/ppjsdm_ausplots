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5759450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0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1296173"/>
            <a:ext cx="4895533" cy="275734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4159854"/>
            <a:ext cx="4319588" cy="1912175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503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74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974512"/>
            <a:ext cx="4967526" cy="3294515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5300194"/>
            <a:ext cx="4967526" cy="1732508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22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2108344"/>
            <a:ext cx="2447766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2108344"/>
            <a:ext cx="2447766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73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421671"/>
            <a:ext cx="4967526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941510"/>
            <a:ext cx="2436517" cy="95150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2893014"/>
            <a:ext cx="2436517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941510"/>
            <a:ext cx="2448516" cy="95150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2893014"/>
            <a:ext cx="244851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957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885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91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528002"/>
            <a:ext cx="1857573" cy="1848009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1140341"/>
            <a:ext cx="2915722" cy="5628360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376011"/>
            <a:ext cx="1857573" cy="4401855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91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528002"/>
            <a:ext cx="1857573" cy="1848009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1140341"/>
            <a:ext cx="2915722" cy="5628360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376011"/>
            <a:ext cx="1857573" cy="4401855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1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57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421669"/>
            <a:ext cx="1241881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421669"/>
            <a:ext cx="3653651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644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421671"/>
            <a:ext cx="4967526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2108344"/>
            <a:ext cx="4967526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7340703"/>
            <a:ext cx="129587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866CD-EB75-49B6-B606-CE6202F24ED9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7340703"/>
            <a:ext cx="194381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7340703"/>
            <a:ext cx="129587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67B2F-996D-40A2-9770-80DA4456E5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58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16776037-D408-D035-6FFE-F53BD237A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87"/>
          <a:stretch>
            <a:fillRect/>
          </a:stretch>
        </p:blipFill>
        <p:spPr>
          <a:xfrm>
            <a:off x="1" y="0"/>
            <a:ext cx="2794000" cy="2484000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BD961B35-5D94-EF17-4020-031263541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30"/>
          <a:stretch>
            <a:fillRect/>
          </a:stretch>
        </p:blipFill>
        <p:spPr>
          <a:xfrm>
            <a:off x="79024" y="5167576"/>
            <a:ext cx="2800702" cy="2484000"/>
          </a:xfrm>
          <a:prstGeom prst="rect">
            <a:avLst/>
          </a:prstGeom>
        </p:spPr>
      </p:pic>
      <p:pic>
        <p:nvPicPr>
          <p:cNvPr id="16" name="Picture 15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A3AAFC99-2F58-431B-A13D-8BA09186A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33" r="24881"/>
          <a:stretch>
            <a:fillRect/>
          </a:stretch>
        </p:blipFill>
        <p:spPr>
          <a:xfrm>
            <a:off x="3810531" y="74841"/>
            <a:ext cx="436881" cy="2484000"/>
          </a:xfrm>
          <a:prstGeom prst="rect">
            <a:avLst/>
          </a:prstGeom>
        </p:spPr>
      </p:pic>
      <p:pic>
        <p:nvPicPr>
          <p:cNvPr id="9" name="Picture 8" descr="A graph of numbers and symbols&#10;&#10;AI-generated content may be incorrect.">
            <a:extLst>
              <a:ext uri="{FF2B5EF4-FFF2-40B4-BE49-F238E27FC236}">
                <a16:creationId xmlns:a16="http://schemas.microsoft.com/office/drawing/2014/main" id="{07326A39-49F3-5F94-F8DE-E2A588C42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42"/>
          <a:stretch>
            <a:fillRect/>
          </a:stretch>
        </p:blipFill>
        <p:spPr>
          <a:xfrm>
            <a:off x="79023" y="2583788"/>
            <a:ext cx="2714977" cy="2484000"/>
          </a:xfrm>
          <a:prstGeom prst="rect">
            <a:avLst/>
          </a:prstGeom>
        </p:spPr>
      </p:pic>
      <p:pic>
        <p:nvPicPr>
          <p:cNvPr id="12" name="Picture 11" descr="A graph of numbers and symbols&#10;&#10;AI-generated content may be incorrect.">
            <a:extLst>
              <a:ext uri="{FF2B5EF4-FFF2-40B4-BE49-F238E27FC236}">
                <a16:creationId xmlns:a16="http://schemas.microsoft.com/office/drawing/2014/main" id="{50D01157-B7AE-6F05-6DE8-C86361E321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57" r="25864"/>
          <a:stretch>
            <a:fillRect/>
          </a:stretch>
        </p:blipFill>
        <p:spPr>
          <a:xfrm>
            <a:off x="3879112" y="2527370"/>
            <a:ext cx="441960" cy="2484000"/>
          </a:xfrm>
          <a:prstGeom prst="rect">
            <a:avLst/>
          </a:prstGeom>
        </p:spPr>
      </p:pic>
      <p:pic>
        <p:nvPicPr>
          <p:cNvPr id="13" name="Picture 12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4798E975-75D3-1492-EACC-89BE8A3E2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8"/>
          <a:stretch>
            <a:fillRect/>
          </a:stretch>
        </p:blipFill>
        <p:spPr>
          <a:xfrm>
            <a:off x="2794000" y="0"/>
            <a:ext cx="1062973" cy="2484000"/>
          </a:xfrm>
          <a:prstGeom prst="rect">
            <a:avLst/>
          </a:prstGeom>
        </p:spPr>
      </p:pic>
      <p:pic>
        <p:nvPicPr>
          <p:cNvPr id="14" name="Picture 13" descr="A screenshot of a graph&#10;&#10;AI-generated content may be incorrect.">
            <a:extLst>
              <a:ext uri="{FF2B5EF4-FFF2-40B4-BE49-F238E27FC236}">
                <a16:creationId xmlns:a16="http://schemas.microsoft.com/office/drawing/2014/main" id="{29C366A6-8116-87A4-DC38-EBD7BE529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20"/>
          <a:stretch>
            <a:fillRect/>
          </a:stretch>
        </p:blipFill>
        <p:spPr>
          <a:xfrm>
            <a:off x="2836863" y="5167576"/>
            <a:ext cx="1131836" cy="2484000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C329C813-1834-201B-89DA-83FCAE0B7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31" r="26699"/>
          <a:stretch>
            <a:fillRect/>
          </a:stretch>
        </p:blipFill>
        <p:spPr>
          <a:xfrm>
            <a:off x="3925836" y="5217470"/>
            <a:ext cx="360680" cy="2484000"/>
          </a:xfrm>
          <a:prstGeom prst="rect">
            <a:avLst/>
          </a:prstGeom>
        </p:spPr>
      </p:pic>
      <p:pic>
        <p:nvPicPr>
          <p:cNvPr id="11" name="Picture 10" descr="A graph of numbers and symbols&#10;&#10;AI-generated content may be incorrect.">
            <a:extLst>
              <a:ext uri="{FF2B5EF4-FFF2-40B4-BE49-F238E27FC236}">
                <a16:creationId xmlns:a16="http://schemas.microsoft.com/office/drawing/2014/main" id="{6BE3499D-1A9A-978B-3883-199F2607E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21"/>
          <a:stretch>
            <a:fillRect/>
          </a:stretch>
        </p:blipFill>
        <p:spPr>
          <a:xfrm>
            <a:off x="2794000" y="2583788"/>
            <a:ext cx="1131836" cy="24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72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55EE-54B3-D187-D890-4B28E11F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52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Shenali Fernando</dc:creator>
  <cp:lastModifiedBy>Shenali Fernando</cp:lastModifiedBy>
  <cp:revision>1</cp:revision>
  <dcterms:created xsi:type="dcterms:W3CDTF">2025-12-15T01:56:42Z</dcterms:created>
  <dcterms:modified xsi:type="dcterms:W3CDTF">2025-12-15T02:04:16Z</dcterms:modified>
</cp:coreProperties>
</file>